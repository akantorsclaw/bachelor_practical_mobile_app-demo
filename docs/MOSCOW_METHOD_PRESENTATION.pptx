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/>
              <a:t>MoSCoW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MyLens_App_bachelor_practical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Slide 1: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Project: MyLens App Bachelor Practical</a:t>
            </a:r>
          </a:p>
          <a:p>
            <a:pPr>
              <a:defRPr sz="2200"/>
            </a:pPr>
            <a:r>
              <a:t>Method: MoSCoW Prioritization</a:t>
            </a:r>
          </a:p>
          <a:p>
            <a:pPr>
              <a:defRPr sz="2200"/>
            </a:pPr>
            <a:r>
              <a:t>Goal: Align implemented features with next-step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Slide 2: Product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Deliver a branded mobile app for lens onboarding, registration, and digital passport access.</a:t>
            </a:r>
          </a:p>
          <a:p>
            <a:pPr>
              <a:defRPr sz="2200"/>
            </a:pPr>
            <a:r>
              <a:t>Keep the system production-like: secure auth, user-linked data, and maintainable architecture.</a:t>
            </a:r>
          </a:p>
          <a:p>
            <a:pPr>
              <a:defRPr sz="2200"/>
            </a:pPr>
            <a:r>
              <a:t>Prioritize stability first, then UX depth and operational features.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Slide 3: Scope Baseline (Today)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Flutter app with Firebase Auth + Firestore.</a:t>
            </a:r>
          </a:p>
          <a:p>
            <a:pPr>
              <a:defRPr sz="2200"/>
            </a:pPr>
            <a:r>
              <a:t>Auth flow: Register -&gt; GDPR -&gt; Login -&gt; Home.</a:t>
            </a:r>
          </a:p>
          <a:p>
            <a:pPr>
              <a:defRPr sz="2200"/>
            </a:pPr>
            <a:r>
              <a:t>QR scan + parse into digital lens passport.</a:t>
            </a:r>
          </a:p>
          <a:p>
            <a:pPr>
              <a:defRPr sz="2200"/>
            </a:pPr>
            <a:r>
              <a:t>User-linked lens storage and lens deletion.</a:t>
            </a:r>
          </a:p>
          <a:p>
            <a:pPr>
              <a:defRPr sz="2200"/>
            </a:pPr>
            <a:r>
              <a:t>Branded UI system with centralized brand config and assets.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Slide 4: MoSCoW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Must Have: Core user journey, data integrity, security-critical behavior.</a:t>
            </a:r>
          </a:p>
          <a:p>
            <a:pPr>
              <a:defRPr sz="2200"/>
            </a:pPr>
            <a:r>
              <a:t>Should Have: High-value polish and near-term operational improvements.</a:t>
            </a:r>
          </a:p>
          <a:p>
            <a:pPr>
              <a:defRPr sz="2200"/>
            </a:pPr>
            <a:r>
              <a:t>Could Have: Nice-to-have enhancements that improve UX/insight but are not critical.</a:t>
            </a:r>
          </a:p>
          <a:p>
            <a:pPr>
              <a:defRPr sz="2200"/>
            </a:pPr>
            <a:r>
              <a:t>Won't Have (for now): Out-of-scope features for current practical timeline.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Slide 5: Must Have (Implemented)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Firebase email/password authentication.</a:t>
            </a:r>
          </a:p>
          <a:p>
            <a:pPr>
              <a:defRPr sz="2200"/>
            </a:pPr>
            <a:r>
              <a:t>Firestore user profile and session state handling.</a:t>
            </a:r>
          </a:p>
          <a:p>
            <a:pPr>
              <a:defRPr sz="2200"/>
            </a:pPr>
            <a:r>
              <a:t>GDPR consent step in onboarding.</a:t>
            </a:r>
          </a:p>
          <a:p>
            <a:pPr>
              <a:defRPr sz="2200"/>
            </a:pPr>
            <a:r>
              <a:t>Consent withdrawal flow with account deactivation and forced return to login.</a:t>
            </a:r>
          </a:p>
          <a:p>
            <a:pPr>
              <a:defRPr sz="2200"/>
            </a:pPr>
            <a:r>
              <a:t>Password reset flow.</a:t>
            </a:r>
          </a:p>
          <a:p>
            <a:pPr>
              <a:defRPr sz="2200"/>
            </a:pPr>
            <a:r>
              <a:t>QR scanner integration (`mobile_scanner`).</a:t>
            </a:r>
          </a:p>
          <a:p>
            <a:pPr>
              <a:defRPr sz="2200"/>
            </a:pPr>
            <a:r>
              <a:t>Digital Lens Passport rendering (multiple sections/tabs).</a:t>
            </a:r>
          </a:p>
          <a:p>
            <a:pPr>
              <a:defRPr sz="2200"/>
            </a:pPr>
            <a:r>
              <a:t>User-linked lens persistence (`users/{uid}/lenses/{lensId}`).</a:t>
            </a:r>
          </a:p>
          <a:p>
            <a:pPr>
              <a:defRPr sz="2200"/>
            </a:pPr>
            <a:r>
              <a:t>Lens deletion capability.</a:t>
            </a:r>
          </a:p>
          <a:p>
            <a:pPr>
              <a:defRPr sz="2200"/>
            </a:pPr>
            <a:r>
              <a:t>Logout confirmation and native back-navigation handling.</a:t>
            </a:r>
          </a:p>
          <a:p>
            <a:pPr>
              <a:defRPr sz="2200"/>
            </a:pPr>
            <a:r>
              <a:t>iOS/Android app configuration and Firebase wiring.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Slide 6: Must Have (Remaining Gaps)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Production Firestore rules deployment/verification for all lens writes/deletes in every environment.</a:t>
            </a:r>
          </a:p>
          <a:p>
            <a:pPr>
              <a:defRPr sz="2200"/>
            </a:pPr>
            <a:r>
              <a:t>Final device-level smoke test matrix (Android + iOS real devices).</a:t>
            </a:r>
          </a:p>
          <a:p>
            <a:pPr>
              <a:defRPr sz="2200"/>
            </a:pPr>
            <a:r>
              <a:t>Final iOS signing/provisioning completion in Apple Developer account.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Slide 7: Should Have (Near-Term)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Persist Notification Settings to backend instead of local-only state.</a:t>
            </a:r>
          </a:p>
          <a:p>
            <a:pPr>
              <a:defRPr sz="2200"/>
            </a:pPr>
            <a:r>
              <a:t>Implement Change Optician flow (currently placeholder).</a:t>
            </a:r>
          </a:p>
          <a:p>
            <a:pPr>
              <a:defRPr sz="2200"/>
            </a:pPr>
            <a:r>
              <a:t>Add profile edit success/error states with richer inline guidance.</a:t>
            </a:r>
          </a:p>
          <a:p>
            <a:pPr>
              <a:defRPr sz="2200"/>
            </a:pPr>
            <a:r>
              <a:t>Add better empty states and retry states for network-dependent screens.</a:t>
            </a:r>
          </a:p>
          <a:p>
            <a:pPr>
              <a:defRPr sz="2200"/>
            </a:pPr>
            <a:r>
              <a:t>Add structured analytics events for key flow milestones.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Slide 8: Could Have (Future Enhancements)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Offline caching and queued sync for lens data.</a:t>
            </a:r>
          </a:p>
          <a:p>
            <a:pPr>
              <a:defRPr sz="2200"/>
            </a:pPr>
            <a:r>
              <a:t>Multi-language localization from mapping sheet assets.</a:t>
            </a:r>
          </a:p>
          <a:p>
            <a:pPr>
              <a:defRPr sz="2200"/>
            </a:pPr>
            <a:r>
              <a:t>Export/share Digital Lens Passport (PDF or secure link).</a:t>
            </a:r>
          </a:p>
          <a:p>
            <a:pPr>
              <a:defRPr sz="2200"/>
            </a:pPr>
            <a:r>
              <a:t>Better onboarding tutorial for first-time users.</a:t>
            </a:r>
          </a:p>
          <a:p>
            <a:pPr>
              <a:defRPr sz="2200"/>
            </a:pPr>
            <a:r>
              <a:t>Accessibility pass (dynamic text scaling, contrast presets, screen-reader labels).</a:t>
            </a:r>
          </a:p>
          <a:p>
            <a:pPr>
              <a:defRPr sz="2200"/>
            </a:pPr>
            <a:r>
              <a:t>Advanced filter/sort/search in lens list.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Slide 9: Won't Have (This Practical Phase)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Social login providers (Google/Apple/Facebook).</a:t>
            </a:r>
          </a:p>
          <a:p>
            <a:pPr>
              <a:defRPr sz="2200"/>
            </a:pPr>
            <a:r>
              <a:t>Full admin portal for optician operations.</a:t>
            </a:r>
          </a:p>
          <a:p>
            <a:pPr>
              <a:defRPr sz="2200"/>
            </a:pPr>
            <a:r>
              <a:t>Complex recommendation engine / AI personalization.</a:t>
            </a:r>
          </a:p>
          <a:p>
            <a:pPr>
              <a:defRPr sz="2200"/>
            </a:pPr>
            <a:r>
              <a:t>Multi-tenant enterprise management features.</a:t>
            </a:r>
          </a:p>
          <a:p>
            <a:pPr>
              <a:defRPr sz="2200"/>
            </a:pPr>
            <a:r>
              <a:t>Full web backend console implementation.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Slide 10: Prioritization Rationale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Risk-first: Protect account/data flow and legal consent handling.</a:t>
            </a:r>
          </a:p>
          <a:p>
            <a:pPr>
              <a:defRPr sz="2200"/>
            </a:pPr>
            <a:r>
              <a:t>Value-first: Complete lens registration + passport consumption path.</a:t>
            </a:r>
          </a:p>
          <a:p>
            <a:pPr>
              <a:defRPr sz="2200"/>
            </a:pPr>
            <a:r>
              <a:t>Effort-aware: Defer high-effort platform expansions until core flow is stable.</a:t>
            </a:r>
          </a:p>
          <a:p>
            <a:pPr>
              <a:defRPr sz="2200"/>
            </a:pPr>
            <a:r>
              <a:t>Maintainability: Keep modular architecture and test/analyze checks on each change.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Slide 11: Delivery Plan (Incremental)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Close Must-Have gaps (rules/signing/smoke test).</a:t>
            </a:r>
          </a:p>
          <a:p>
            <a:pPr>
              <a:defRPr sz="2200"/>
            </a:pPr>
            <a:r>
              <a:t>Implement Should-Have backend-connected settings and optician flow.</a:t>
            </a:r>
          </a:p>
          <a:p>
            <a:pPr>
              <a:defRPr sz="2200"/>
            </a:pPr>
            <a:r>
              <a:t>Add Could-Have UX and data enhancements based on test feedback.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Slide 12: 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Registration completion rate.</a:t>
            </a:r>
          </a:p>
          <a:p>
            <a:pPr>
              <a:defRPr sz="2200"/>
            </a:pPr>
            <a:r>
              <a:t>QR-to-passport completion rate.</a:t>
            </a:r>
          </a:p>
          <a:p>
            <a:pPr>
              <a:defRPr sz="2200"/>
            </a:pPr>
            <a:r>
              <a:t>Lens save success rate.</a:t>
            </a:r>
          </a:p>
          <a:p>
            <a:pPr>
              <a:defRPr sz="2200"/>
            </a:pPr>
            <a:r>
              <a:t>Consent withdrawal completion without app errors.</a:t>
            </a:r>
          </a:p>
          <a:p>
            <a:pPr>
              <a:defRPr sz="2200"/>
            </a:pPr>
            <a:r>
              <a:t>Crash-free session rate.</a:t>
            </a:r>
          </a:p>
          <a:p>
            <a:pPr>
              <a:defRPr sz="2200"/>
            </a:pPr>
            <a:r>
              <a:t>Mean time to recover from Firebase/config issues.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Slide 13: Risks and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Firebase project config mismatches (bundle ID/package ID).</a:t>
            </a:r>
          </a:p>
          <a:p>
            <a:pPr>
              <a:defRPr sz="2200"/>
            </a:pPr>
            <a:r>
              <a:t>Firestore security rule misconfiguration.</a:t>
            </a:r>
          </a:p>
          <a:p>
            <a:pPr>
              <a:defRPr sz="2200"/>
            </a:pPr>
            <a:r>
              <a:t>iOS certificate/provisioning dependencies.</a:t>
            </a:r>
          </a:p>
          <a:p>
            <a:pPr>
              <a:defRPr sz="2200"/>
            </a:pPr>
            <a:r>
              <a:t>External QR payload quality and parameter completeness.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Slide 14: Current Decision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Validate MoSCoW categories with supervisor/stakeholders.</a:t>
            </a:r>
          </a:p>
          <a:p>
            <a:pPr>
              <a:defRPr sz="2200"/>
            </a:pPr>
            <a:r>
              <a:t>Freeze Must-Have acceptance criteria.</a:t>
            </a:r>
          </a:p>
          <a:p>
            <a:pPr>
              <a:defRPr sz="2200"/>
            </a:pPr>
            <a:r>
              <a:t>Approve next sprint on Should-Have items:</a:t>
            </a:r>
          </a:p>
          <a:p>
            <a:pPr>
              <a:defRPr sz="2200"/>
            </a:pPr>
            <a:r>
              <a:t>- Notification settings persistence</a:t>
            </a:r>
          </a:p>
          <a:p>
            <a:pPr>
              <a:defRPr sz="2200"/>
            </a:pPr>
            <a:r>
              <a:t>- Change optician flow</a:t>
            </a:r>
          </a:p>
          <a:p>
            <a:pPr>
              <a:defRPr sz="2200"/>
            </a:pPr>
            <a:r>
              <a:t>- Additional UX reliability states</a:t>
            </a:r>
          </a:p>
          <a:p>
            <a:pPr>
              <a:defRPr sz="2200"/>
            </a:pPr>
            <a: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Speaker Notes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 Slides 5–6 to show what is already production-like vs what still blocks release readiness.</a:t>
            </a:r>
          </a:p>
          <a:p>
            <a:pPr>
              <a:defRPr sz="2200"/>
            </a:pPr>
            <a:r>
              <a:t>Use Slides 7–8 to justify roadmap decisions with effort/value tradeoffs.</a:t>
            </a:r>
          </a:p>
          <a:p>
            <a:pPr>
              <a:defRPr sz="2200"/>
            </a:pPr>
            <a:r>
              <a:t>Use Slide 12 to show measurable project maturity, not only implemented screens.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